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5" d="100"/>
          <a:sy n="115" d="100"/>
        </p:scale>
        <p:origin x="396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20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Discussion question for Wei: I am not sure yet whether the depth information should be used for initialization, regularization, or both, so I wanted your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44A"/>
          </a:solidFill>
          <a:ln>
            <a:solidFill>
              <a:srgbClr val="142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Proposal: AI-Guided Low-Light 3D Gaussian Splatting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1431"/>
            <a:ext cx="12009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DCE4F0"/>
                </a:solidFill>
              </a:rPr>
              <a:t>M.Eng. Project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11338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11338560" cy="384048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7840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Main Thesis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371600"/>
            <a:ext cx="110642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Can a pretrained depth foundation model provide a useful geometric prior that improves 3D Gaussian Splatting under challenging low-light conditions?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53035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920240"/>
            <a:ext cx="5303520" cy="384048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What I Am Proposing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377440"/>
            <a:ext cx="5029200" cy="3950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Build on my current low-light reconstruction work by using a pretrained monocular depth model as an AI component.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Use the depth predictions as a prior to guide Luminance-GS when images are too dark to provide strong geometric cues.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Compare the proposed method against two baselines: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   – Baseline 1: Standard 3DGS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   – Baseline 2: Luminance-GS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   – Proposed method: Luminance-GS + AI depth prior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Why this is interesting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It keeps the low-light 3DGS context but shifts the project toward an AI-guided method rather than only image reconstruction.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It is a realistic M.Eng.-sized extension of the reproduction work I have already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920240"/>
            <a:ext cx="5806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0" y="1920240"/>
            <a:ext cx="5806440" cy="384048"/>
          </a:xfrm>
          <a:prstGeom prst="roundRect">
            <a:avLst/>
          </a:prstGeom>
          <a:solidFill>
            <a:srgbClr val="DDF4E9"/>
          </a:solidFill>
          <a:ln>
            <a:solidFill>
              <a:srgbClr val="DDF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984248"/>
            <a:ext cx="5623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Initial AI Suggestion: Depth Anything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377440"/>
            <a:ext cx="5532120" cy="1435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A strong pretrained monocular depth foundation model.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Produces depth estimates from a single RGB image without needing scene-specific training.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Useful as an initial depth source when low-light images make geometry harder to recover.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Can be tested first as an external depth prior before exploring more complex learned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069080"/>
            <a:ext cx="58064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4069080"/>
            <a:ext cx="5806440" cy="384048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4133088"/>
            <a:ext cx="5623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Why This Direction Is Supported by Recent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4526280"/>
            <a:ext cx="5532120" cy="93268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Recent low-light Gaussian Splatting papers show that learned priors can help in difficult reconstruction settings.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Foundation models (especially depth models) provide a natural AI component for improving geometry when visual evidence is weak.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This project would test a focused, practical version of that idea.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5623560"/>
            <a:ext cx="58064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43600" y="5623560"/>
            <a:ext cx="5806440" cy="384048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5687568"/>
            <a:ext cx="5623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Expected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993892"/>
            <a:ext cx="5902036" cy="246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sz="1200" dirty="0"/>
              <a:t>Hypothesis: adding an AI depth prior should improve geometric quality and robustness, especially as lighting becomes darker.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0">
                <a:solidFill>
                  <a:srgbClr val="5F5F5F"/>
                </a:solidFill>
              </a:defRPr>
            </a:pPr>
            <a:r>
              <a:t>Current framing: use Luminance-GS as the baseline and extend it with a pretrained depth prior.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44A"/>
          </a:solidFill>
          <a:ln>
            <a:solidFill>
              <a:srgbClr val="142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Concept, Implementation,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1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DCE4F0"/>
                </a:solidFill>
              </a:rPr>
              <a:t>Clear view of the proposed pipeline and how I would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44A"/>
                </a:solidFill>
              </a:rPr>
              <a:t>Conceptual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874519" cy="658368"/>
          </a:xfrm>
          <a:prstGeom prst="roundRect">
            <a:avLst/>
          </a:prstGeom>
          <a:solidFill>
            <a:srgbClr val="2761AB"/>
          </a:solidFill>
          <a:ln>
            <a:solidFill>
              <a:srgbClr val="27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Dark
images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39" y="0"/>
            <a:ext cx="137161" cy="0"/>
          </a:xfrm>
          <a:prstGeom prst="line">
            <a:avLst/>
          </a:prstGeom>
          <a:ln w="31750">
            <a:solidFill>
              <a:srgbClr val="2761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234440"/>
            <a:ext cx="1874519" cy="658368"/>
          </a:xfrm>
          <a:prstGeom prst="roundRect">
            <a:avLst/>
          </a:prstGeom>
          <a:solidFill>
            <a:srgbClr val="1AA69A"/>
          </a:solidFill>
          <a:ln>
            <a:solidFill>
              <a:srgbClr val="1A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depth
foundation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19" y="0"/>
            <a:ext cx="274321" cy="0"/>
          </a:xfrm>
          <a:prstGeom prst="line">
            <a:avLst/>
          </a:prstGeom>
          <a:ln w="31750">
            <a:solidFill>
              <a:srgbClr val="2761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234440"/>
            <a:ext cx="1874519" cy="658368"/>
          </a:xfrm>
          <a:prstGeom prst="roundRect">
            <a:avLst/>
          </a:prstGeom>
          <a:solidFill>
            <a:srgbClr val="7260B4"/>
          </a:solidFill>
          <a:ln>
            <a:solidFill>
              <a:srgbClr val="72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Depth prior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59" y="0"/>
            <a:ext cx="91441" cy="0"/>
          </a:xfrm>
          <a:prstGeom prst="line">
            <a:avLst/>
          </a:prstGeom>
          <a:ln w="31750">
            <a:solidFill>
              <a:srgbClr val="2761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400" y="1234440"/>
            <a:ext cx="1874519" cy="658368"/>
          </a:xfrm>
          <a:prstGeom prst="roundRect">
            <a:avLst/>
          </a:prstGeom>
          <a:solidFill>
            <a:srgbClr val="DB7A40"/>
          </a:solidFill>
          <a:ln>
            <a:solidFill>
              <a:srgbClr val="DB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Luminance-GS
optimization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19" y="0"/>
            <a:ext cx="137161" cy="0"/>
          </a:xfrm>
          <a:prstGeom prst="line">
            <a:avLst/>
          </a:prstGeom>
          <a:ln w="31750">
            <a:solidFill>
              <a:srgbClr val="2761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1234440"/>
            <a:ext cx="1874519" cy="658368"/>
          </a:xfrm>
          <a:prstGeom prst="roundRect">
            <a:avLst/>
          </a:prstGeom>
          <a:solidFill>
            <a:srgbClr val="3B835B"/>
          </a:solidFill>
          <a:ln>
            <a:solidFill>
              <a:srgbClr val="3B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Improved low-light
3D reconstruction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48840"/>
            <a:ext cx="38404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1480" y="2148840"/>
            <a:ext cx="3840480" cy="384048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12848"/>
            <a:ext cx="3657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Methods to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606040"/>
            <a:ext cx="3566160" cy="1389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Baseline 1: Standard 3DGS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Baseline 2: Luminance-GS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Proposed method: Luminance-GS + AI depth prior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This makes the contribution easy to explain and benchmark.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148840"/>
            <a:ext cx="3657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34840" y="2148840"/>
            <a:ext cx="3657600" cy="384048"/>
          </a:xfrm>
          <a:prstGeom prst="roundRect">
            <a:avLst/>
          </a:prstGeom>
          <a:solidFill>
            <a:srgbClr val="DDF4E9"/>
          </a:solidFill>
          <a:ln>
            <a:solidFill>
              <a:srgbClr val="DDF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212848"/>
            <a:ext cx="3474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Quick Implementation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624328"/>
            <a:ext cx="3383280" cy="138988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1. Run a pretrained depth model on each low-light training image.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2. Use the predicted depth as guidance for the Gaussian reconstruction.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3. Start with a simple depth-consistency loss or depth-guided initialization.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4. Compare whether depth helps under progressively darker conditions.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1488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2148840"/>
            <a:ext cx="3474720" cy="384048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2212848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Conceptual 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674789"/>
            <a:ext cx="292608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14244A"/>
                </a:solidFill>
              </a:defRPr>
            </a:pPr>
            <a:r>
              <a:rPr dirty="0" err="1"/>
              <a:t>L_total</a:t>
            </a:r>
            <a:r>
              <a:rPr dirty="0"/>
              <a:t> = L_RGB + λ </a:t>
            </a:r>
            <a:r>
              <a:rPr dirty="0" err="1"/>
              <a:t>L_depth</a:t>
            </a:r>
            <a:endParaRPr dirty="0"/>
          </a:p>
          <a:p>
            <a:pPr>
              <a:spcAft>
                <a:spcPts val="100"/>
              </a:spcAft>
              <a:defRPr sz="1200" b="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200" b="0">
                <a:solidFill>
                  <a:srgbClr val="282828"/>
                </a:solidFill>
              </a:defRPr>
            </a:pPr>
            <a:r>
              <a:rPr sz="1000" dirty="0" err="1"/>
              <a:t>L_total</a:t>
            </a:r>
            <a:r>
              <a:rPr sz="1000" dirty="0"/>
              <a:t>: total optimization loss</a:t>
            </a:r>
          </a:p>
          <a:p>
            <a:pPr>
              <a:spcAft>
                <a:spcPts val="100"/>
              </a:spcAft>
              <a:defRPr sz="1200" b="0">
                <a:solidFill>
                  <a:srgbClr val="282828"/>
                </a:solidFill>
              </a:defRPr>
            </a:pPr>
            <a:r>
              <a:rPr sz="1000" dirty="0"/>
              <a:t>L_RGB: image reconstruction loss</a:t>
            </a:r>
          </a:p>
          <a:p>
            <a:pPr>
              <a:spcAft>
                <a:spcPts val="100"/>
              </a:spcAft>
              <a:defRPr sz="1200" b="0">
                <a:solidFill>
                  <a:srgbClr val="282828"/>
                </a:solidFill>
              </a:defRPr>
            </a:pPr>
            <a:r>
              <a:rPr sz="1000" dirty="0" err="1"/>
              <a:t>L_depth</a:t>
            </a:r>
            <a:r>
              <a:rPr sz="1000" dirty="0"/>
              <a:t>: depth consistency / depth guidance loss</a:t>
            </a:r>
          </a:p>
          <a:p>
            <a:pPr>
              <a:spcAft>
                <a:spcPts val="100"/>
              </a:spcAft>
              <a:defRPr sz="1200" b="0">
                <a:solidFill>
                  <a:srgbClr val="282828"/>
                </a:solidFill>
              </a:defRPr>
            </a:pPr>
            <a:r>
              <a:rPr sz="1000" dirty="0"/>
              <a:t>λ: weight controlling how much the model trusts the depth prior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315968"/>
            <a:ext cx="5577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1480" y="4315968"/>
            <a:ext cx="5577840" cy="384048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379976"/>
            <a:ext cx="5394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Evaluation / Benchmarking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773168"/>
            <a:ext cx="5303520" cy="129844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Quantitative metrics: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PSNR ↑    • SSIM ↑    • LPIPS ↓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Geometric quality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Reconstruction stability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Training time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dirty="0"/>
              <a:t>• Number of Gaussians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6172200" y="4315968"/>
            <a:ext cx="5577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72200" y="4315968"/>
            <a:ext cx="5577840" cy="384048"/>
          </a:xfrm>
          <a:prstGeom prst="roundRect">
            <a:avLst/>
          </a:prstGeom>
          <a:solidFill>
            <a:srgbClr val="DDF4E9"/>
          </a:solidFill>
          <a:ln>
            <a:solidFill>
              <a:srgbClr val="DDF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379976"/>
            <a:ext cx="5394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44A"/>
                </a:solidFill>
              </a:rPr>
              <a:t>Expected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773168"/>
            <a:ext cx="530352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Better geometry and more stable reconstruction when lighting is poor.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Larger gains in scenes where dark inputs reduce reliable geometric cues.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Potential trade-off: improved quality may come with some extra computation.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t>• The experiments will help determine whether depth should be used as initialization, regularization, or both.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8300B2-38EE-1AF4-C11D-2B70945AE00B}"/>
              </a:ext>
            </a:extLst>
          </p:cNvPr>
          <p:cNvSpPr txBox="1"/>
          <p:nvPr/>
        </p:nvSpPr>
        <p:spPr>
          <a:xfrm>
            <a:off x="3653443" y="5274746"/>
            <a:ext cx="2211888" cy="697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lang="en-US" dirty="0"/>
              <a:t>Test conditions: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lang="en-US" dirty="0"/>
              <a:t>• Compare all 3 methods across </a:t>
            </a:r>
          </a:p>
          <a:p>
            <a:pPr>
              <a:spcAft>
                <a:spcPts val="200"/>
              </a:spcAft>
              <a:defRPr sz="1200">
                <a:solidFill>
                  <a:srgbClr val="282828"/>
                </a:solidFill>
              </a:defRPr>
            </a:pPr>
            <a:r>
              <a:rPr lang="en-US" dirty="0"/>
              <a:t>several darkness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627</Words>
  <Application>Microsoft Office PowerPoint</Application>
  <PresentationFormat>Widescreen</PresentationFormat>
  <Paragraphs>69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BBM</dc:creator>
  <cp:keywords/>
  <dc:description>generated using python-pptx</dc:description>
  <cp:lastModifiedBy>Bart Kowal</cp:lastModifiedBy>
  <cp:revision>2</cp:revision>
  <dcterms:created xsi:type="dcterms:W3CDTF">2013-01-27T09:14:16Z</dcterms:created>
  <dcterms:modified xsi:type="dcterms:W3CDTF">2026-09-25T19:06:25Z</dcterms:modified>
  <cp:category/>
</cp:coreProperties>
</file>