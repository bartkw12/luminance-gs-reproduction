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I reproduced three LOM low-light scenes using the official Luminance-GS repository: buu, sofa, and chair.
- buu and sofa exceeded the paper on PSNR and SSIM, while chair was mixed: lower PSNR but similar SSIM and better LPIPS.
- The chair result is useful because it shows PSNR, SSIM, and LPIPS measure different things: pixel fidelity, structure, and perceptual similarity.
- Gaussian counts varied strongly by scene: 36k for sofa, 51k for chair, 82k for buu. This suggests the learned representation adapts to scene complexity and optimization dynamics.
- Next, I want to apply the pipeline to my own room images, first in normal lighting and then with controlled low-light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2471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Luminance-GS reproduction on LOM low-light benchmarks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repo + LOM dataset • 10,000 iterations per scene • RTX 3080 Ti • Windows reproduction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270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6766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metrics vs. paper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6949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 for PSNR/SSIM; lower is better for LPIPS.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95160" cy="502920"/>
          </a:xfrm>
          <a:prstGeom prst="rect">
            <a:avLst/>
          </a:prstGeom>
          <a:solidFill>
            <a:srgbClr val="E7EEF7"/>
          </a:solidFill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801368"/>
            <a:ext cx="6583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1261872" y="178308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9304" y="180136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PSNR ↑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 / paper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2651760" y="178308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79192" y="180136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SSIM ↑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 / paper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041648" y="178308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80136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LPIPS ↓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 / paper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5431536" y="178308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58968" y="1801368"/>
            <a:ext cx="11155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 Gaussians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601968" y="178308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1801368"/>
            <a:ext cx="8869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48640" y="2286000"/>
            <a:ext cx="6995160" cy="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2286000"/>
            <a:ext cx="6995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2304288"/>
            <a:ext cx="6583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261872" y="228600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89304" y="230428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21.73 / 18.09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+3.64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51760" y="228600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79192" y="230428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0.913 / 0.877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+0.036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41648" y="228600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69080" y="230428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0.180 / 0.193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−0.013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31536" y="228600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58968" y="2304288"/>
            <a:ext cx="11155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81,900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01968" y="228600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29400" y="2304288"/>
            <a:ext cx="8869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11:43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2788920"/>
            <a:ext cx="6995160" cy="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2788920"/>
            <a:ext cx="6995160" cy="502920"/>
          </a:xfrm>
          <a:prstGeom prst="rect">
            <a:avLst/>
          </a:prstGeom>
          <a:solidFill>
            <a:srgbClr val="FDFBF8"/>
          </a:solidFill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6072" y="2807208"/>
            <a:ext cx="6583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261872" y="278892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89304" y="280720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23.15 / 20.12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+3.03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51760" y="278892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79192" y="280720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0.904 / 0.871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+0.033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041648" y="278892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69080" y="280720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878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0.269 / 0.259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878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+0.010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31536" y="278892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58968" y="2807208"/>
            <a:ext cx="11155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36,457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01968" y="278892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29400" y="2807208"/>
            <a:ext cx="8869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10:22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3291840"/>
            <a:ext cx="6995160" cy="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48640" y="3291840"/>
            <a:ext cx="6995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76072" y="3310128"/>
            <a:ext cx="6583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261872" y="329184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289304" y="331012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9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17.51 / 19.82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9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−2.31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651760" y="329184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79192" y="331012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0.837 / 0.835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+0.002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041648" y="329184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069080" y="3310128"/>
            <a:ext cx="133502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0.334 / 0.367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−0.033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31536" y="329184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58968" y="3310128"/>
            <a:ext cx="11155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50,750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601968" y="3291840"/>
            <a:ext cx="0" cy="502920"/>
          </a:xfrm>
          <a:prstGeom prst="line">
            <a:avLst/>
          </a:prstGeom>
          <a:noFill/>
          <a:ln w="762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29400" y="3310128"/>
            <a:ext cx="8869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11:26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4864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PSNR delta vs. paper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548640" y="4480560"/>
            <a:ext cx="53035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Pixel-level accuracy gap; chair is the one mixed case.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383280" y="4773168"/>
            <a:ext cx="0" cy="1170432"/>
          </a:xfrm>
          <a:prstGeom prst="line">
            <a:avLst/>
          </a:prstGeom>
          <a:noFill/>
          <a:ln w="12700">
            <a:solidFill>
              <a:srgbClr val="172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94360" y="4818888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buu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3383280" y="4873752"/>
            <a:ext cx="1397935" cy="12801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54367" y="4809744"/>
            <a:ext cx="868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+3.64 dB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94360" y="5166360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sofa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3383280" y="5221224"/>
            <a:ext cx="1163665" cy="12801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620097" y="5157216"/>
            <a:ext cx="868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+3.03 dB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94360" y="5513832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2496129" y="5568696"/>
            <a:ext cx="887151" cy="128016"/>
          </a:xfrm>
          <a:prstGeom prst="rect">
            <a:avLst/>
          </a:prstGeom>
          <a:solidFill>
            <a:srgbClr val="B94A48"/>
          </a:solidFill>
          <a:ln w="12700">
            <a:solidFill>
              <a:srgbClr val="B94A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627449" y="5504688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9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-2.31 dB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863840" y="1234440"/>
            <a:ext cx="0" cy="4800600"/>
          </a:xfrm>
          <a:prstGeom prst="line">
            <a:avLst/>
          </a:prstGeom>
          <a:noFill/>
          <a:ln w="15240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138160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</a:t>
            </a:r>
            <a:endParaRPr lang="en-US" sz="1700" dirty="0"/>
          </a:p>
        </p:txBody>
      </p:sp>
      <p:sp>
        <p:nvSpPr>
          <p:cNvPr id="72" name="Shape 70"/>
          <p:cNvSpPr/>
          <p:nvPr/>
        </p:nvSpPr>
        <p:spPr>
          <a:xfrm>
            <a:off x="8156448" y="1728216"/>
            <a:ext cx="109728" cy="109728"/>
          </a:xfrm>
          <a:prstGeom prst="ellipse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366760" y="1673352"/>
            <a:ext cx="3154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Reproduction succeeded
</a:t>
            </a:r>
            <a:r>
              <a:rPr lang="en-US" sz="1240" dirty="0">
                <a:solidFill>
                  <a:srgbClr val="5B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scenes trained, evaluated, and rendered with videos.</a:t>
            </a:r>
            <a:endParaRPr lang="en-US" sz="1240" dirty="0"/>
          </a:p>
        </p:txBody>
      </p:sp>
      <p:sp>
        <p:nvSpPr>
          <p:cNvPr id="74" name="Shape 72"/>
          <p:cNvSpPr/>
          <p:nvPr/>
        </p:nvSpPr>
        <p:spPr>
          <a:xfrm>
            <a:off x="8156448" y="2532888"/>
            <a:ext cx="109728" cy="109728"/>
          </a:xfrm>
          <a:prstGeom prst="ellipse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366760" y="2478024"/>
            <a:ext cx="3154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accuracy overall
</a:t>
            </a:r>
            <a:r>
              <a:rPr lang="en-US" sz="1240" dirty="0">
                <a:solidFill>
                  <a:srgbClr val="5B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buu + sofa exceed paper PSNR/SSIM; chair is mixed.</a:t>
            </a:r>
            <a:endParaRPr lang="en-US" sz="1240" dirty="0"/>
          </a:p>
        </p:txBody>
      </p:sp>
      <p:sp>
        <p:nvSpPr>
          <p:cNvPr id="76" name="Shape 74"/>
          <p:cNvSpPr/>
          <p:nvPr/>
        </p:nvSpPr>
        <p:spPr>
          <a:xfrm>
            <a:off x="8156448" y="3337560"/>
            <a:ext cx="109728" cy="109728"/>
          </a:xfrm>
          <a:prstGeom prst="ellipse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366760" y="3282696"/>
            <a:ext cx="3154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tell different stories
</a:t>
            </a:r>
            <a:r>
              <a:rPr lang="en-US" sz="1240" dirty="0">
                <a:solidFill>
                  <a:srgbClr val="5B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has lower PSNR but competitive SSIM and better LPIPS.</a:t>
            </a:r>
            <a:endParaRPr lang="en-US" sz="1240" dirty="0"/>
          </a:p>
        </p:txBody>
      </p:sp>
      <p:sp>
        <p:nvSpPr>
          <p:cNvPr id="78" name="Shape 76"/>
          <p:cNvSpPr/>
          <p:nvPr/>
        </p:nvSpPr>
        <p:spPr>
          <a:xfrm>
            <a:off x="8156448" y="4142232"/>
            <a:ext cx="109728" cy="109728"/>
          </a:xfrm>
          <a:prstGeom prst="ellipse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366760" y="4087368"/>
            <a:ext cx="3154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complexity varies
</a:t>
            </a:r>
            <a:r>
              <a:rPr lang="en-US" sz="1240" dirty="0">
                <a:solidFill>
                  <a:srgbClr val="5B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ranges from 36k to 82k Gaussians.</a:t>
            </a:r>
            <a:endParaRPr lang="en-US" sz="1240" dirty="0"/>
          </a:p>
        </p:txBody>
      </p:sp>
      <p:sp>
        <p:nvSpPr>
          <p:cNvPr id="80" name="Shape 78"/>
          <p:cNvSpPr/>
          <p:nvPr/>
        </p:nvSpPr>
        <p:spPr>
          <a:xfrm>
            <a:off x="8138160" y="5102352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E9F5F3"/>
          </a:solidFill>
          <a:ln w="12700">
            <a:solidFill>
              <a:srgbClr val="B5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8275320" y="5193792"/>
            <a:ext cx="3063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own room dataset</a:t>
            </a:r>
            <a:endParaRPr lang="en-US" sz="1280" dirty="0"/>
          </a:p>
        </p:txBody>
      </p:sp>
      <p:sp>
        <p:nvSpPr>
          <p:cNvPr id="82" name="Text 80"/>
          <p:cNvSpPr/>
          <p:nvPr/>
        </p:nvSpPr>
        <p:spPr>
          <a:xfrm>
            <a:off x="8275320" y="5404104"/>
            <a:ext cx="3063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Normal-light 3DGS → controlled low-light Luminance-GS.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548640" y="6473952"/>
            <a:ext cx="6949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B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values from Luminance-GS Table 6; reproduction values from final training logs.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818120" y="647395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B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runs: official repo, low-light LOM, 10k iterations.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Microsoft Office PowerPoint</Application>
  <PresentationFormat>Widescreen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Luminance-GS Reproduction Summary</dc:title>
  <dc:subject>PptxGenJS Presentation</dc:subject>
  <dc:creator>OpenAI</dc:creator>
  <cp:lastModifiedBy>Bart Kowal</cp:lastModifiedBy>
  <cp:revision>2</cp:revision>
  <dcterms:created xsi:type="dcterms:W3CDTF">2026-09-25T00:10:02Z</dcterms:created>
  <dcterms:modified xsi:type="dcterms:W3CDTF">2026-09-25T00:13:51Z</dcterms:modified>
</cp:coreProperties>
</file>